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mcp-ltspice-qucs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An agentic MCP suite for RF, analog, and SMPS-EMC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A8A8A"/>
                </a:solidFill>
                <a:latin typeface="Calibri"/>
              </a:rPr>
              <a:t>Spec → compliant deliverable 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v0.2.0  •  427 tests passing  •  Investor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Hardware design today is slow, expensive, and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3–10 days per filter design — spreadsheet math → ADS / Cadence ($30k–$200k per seat) → simulator → respin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60–80 % of products fail CISPR / FCC pre-compliance on first lab visit — each respin costs $20k–$80k NRE + 2–6 weeks slip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Vendor part substitution is manual: 100-tab Excel files. Parasitics (SRF, Q, ESR) routinely ignored — silently degrade the design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EMC compliance is reactive, not predicted — the engineer doesn't know they failed until the lab tells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7754A"/>
                </a:solidFill>
                <a:latin typeface="Calibri"/>
              </a:rPr>
              <a:t>Today's flow: engineer → math → simulator → respin.
We collapse the loop so an LLM agent does engineer-quality work end-to-end.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112 MCP tools across four packages, callable by any agent stack</a:t>
            </a:r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4552" cy="5203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Three categories · 56 flat tools + 56 namespaced aliases · all backed by peer-reviewed math (Pozar, Erickson, Sedra-Smith, Mancini)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Demo 1 — RF Low-Pass Filter (1 GHz Butterworth)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Synthesise → analyse → Monte Carlo → LTspice/Touchstone deliverable in 9 seconds</a:t>
            </a:r>
          </a:p>
        </p:txBody>
      </p:sp>
      <p:pic>
        <p:nvPicPr>
          <p:cNvPr id="4" name="Picture 3" descr="demo1_l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371600"/>
            <a:ext cx="9144000" cy="3325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Spec: passband to 600 MHz at 0.5 dB IL; 30/45/60 dB at 2·/3·/5·fc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Monte Carlo: 65 % yield on ideal ±5 % parts → 99 % with real Coilcraft + Murata vendor substitution (E24 snap, SRF-aware)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Tangible output: .asc, .s2p, schematic PNG, PDF report — engineer-ready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Demo 2 — SMPS Conducted Emissions vs CISPR 32 Class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From 'I have a switching converter' to 'here's how close to compliance you are'</a:t>
            </a:r>
          </a:p>
        </p:txBody>
      </p:sp>
      <p:pic>
        <p:nvPicPr>
          <p:cNvPr id="4" name="Picture 3" descr="demo2_e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3740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74920"/>
            <a:ext cx="11274552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Modelled the switch-node as a trapezoidal waveform, predicted all 80 harmonics across the 150 kHz – 30 MHz CISPR conducted band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Designed a 70-dB-at-fsw LC input filter; verified Middlebrook stability against the converter's input impedance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Worst margin: −2.8 dB — engineer immediately knows: ~3 dB more attenuation needed (taller ferrite, larger X-cap, or CM choke). No spin-the-board.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Demo 3 — Active Filter (Sallen-Key, 22 kHz, 4th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Anti-aliasing for a 96 kSPS audio ADC, complete with op-amp recommendation</a:t>
            </a:r>
          </a:p>
        </p:txBody>
      </p:sp>
      <p:pic>
        <p:nvPicPr>
          <p:cNvPr id="4" name="Picture 3" descr="demo3_sallen_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3740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74920"/>
            <a:ext cx="11274552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Decomposed into two Sallen-Key biquads with Mancini-tabulated stage Qs (0.541 / 1.307); sized R/C for 1 nF capacitors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Required op-amp GBW: 2.87 MHz. Bundled catalogue auto-screened 8 candidates against GBW, noise (≤ 10 nV/√Hz), offset (≤ 1 mV)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Audio-band rank (cap GBW, sort by noise): ADI LT6275 — 45 MHz · 1.9 nV/√Hz · 130 µV. Per-stage schematics + PDF report rendered.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What's hard to replicate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Data, math, and agent-first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Real vendor data baked in — Coilcraft, Johanson, TDK, Murata L/Q/SRF tables with parasitic-aware substitution. Not catalog scraping.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Peer-reviewed math — Pozar §8.5 RF transforms, Hammerstad-Jensen microstrip, Erickson §10.4 EMI, Sedra-Smith Sallen-Key, Mancini cascade tables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427 unit tests guard the math, 4 simulator-gated skips, 0 failures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Designed agent-first — every tool returns Envelope[T] with status, data, warnings, ms-timer. Exactly what an LLM needs to chain reliably.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Composable with the rest of the engineering MCP ecosystem — antennas → nec2-antenna / openems, PCB layout → pcb-emcopilot, regulatory → emc-regulations. We sit cleanly in the middle.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v0.2.0 shipped, tagged, GitHub Release public. Reproducible from git clone + uv run pytest.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MCP standardised in late 2024 — build once, every agent stack consumes it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LLM agents have crossed the 'useful for engineering' threshold — Claude 4.x and GPT-5 reliably orchestrate multi-step tool use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Hardware-design tooling moat is the data + the math, not the wrapper code — and that's where we've invested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EDA incumbents (Cadence, Synopsys, Keysight) are pricing for the Fortune-500 IDM market — the long tail of IoT / startup / consumer-electronics teams is wide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A8A8A"/>
                </a:solidFill>
                <a:latin typeface="Calibri"/>
              </a:rPr>
              <a:t>The hardware team that ships first wins. We make every team's HW lead 5–10× faster.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8A8A"/>
                </a:solidFill>
                <a:latin typeface="Calibri"/>
              </a:rPr>
              <a:t>Now (v0.2.0)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4630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112 tools shipped · RF LPF/HPF/BPF/BSF · SMPS EMC · active filters · vendor catalogues · LTspice/Touchstone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8A8A"/>
                </a:solidFill>
                <a:latin typeface="Calibri"/>
              </a:rPr>
              <a:t>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4231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Xyce harmonic-balance · Qucs-S noise extraction · distributed filter synthesis (hairpin, interdigital, combline) · .sch ↔ .asc conversion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8A8A"/>
                </a:solidFill>
                <a:latin typeface="Calibri"/>
              </a:rPr>
              <a:t>Phase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3832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Real-simulator integration tests · async runner with heartbeat · Sobol-index sensitivity · correlated-tolerance Monte Carlo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8A8A"/>
                </a:solidFill>
                <a:latin typeface="Calibri"/>
              </a:rPr>
              <a:t>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3434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Persistent ngspice (10–50× MC speedup) · FilterDesign threading through pipeline · live vendor-fetch agents (Coilcraft / Murata APIs)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Validated. Shipped. Composable.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A8A8A"/>
                </a:solidFill>
                <a:latin typeface="Calibri"/>
              </a:rPr>
              <a:t>github.com/RFingAdam/mcp-ltspice-qucs   ·   v0.2.0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Calibri"/>
              </a:rPr>
              <a:t>Ready to demo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